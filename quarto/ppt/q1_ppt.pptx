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744"/>
  </p:normalViewPr>
  <p:slideViewPr>
    <p:cSldViewPr snapToGrid="0" snapToObjects="1">
      <p:cViewPr varScale="1">
        <p:scale>
          <a:sx d="100" n="159"/>
          <a:sy d="100" n="159"/>
        </p:scale>
        <p:origin x="464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Admissions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Quarto PowerPoint Example</a:t>
            </a:r>
            <a:br/>
            <a:br/>
            <a:r>
              <a:rPr/>
              <a:t>Admissions Office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Admissions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Student submits application</a:t>
            </a:r>
          </a:p>
          <a:p>
            <a:pPr lvl="0"/>
            <a:r>
              <a:rPr/>
              <a:t>University verifies documents</a:t>
            </a:r>
          </a:p>
          <a:p>
            <a:pPr lvl="0"/>
            <a:r>
              <a:rPr/>
              <a:t>Committee reviews application</a:t>
            </a:r>
          </a:p>
          <a:p>
            <a:pPr lvl="0"/>
            <a:r>
              <a:rPr/>
              <a:t>Final decision is sent to student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Admission Flow Diagram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q1_ppt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32300" y="203200"/>
            <a:ext cx="3378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Admissions Timeline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q1_ppt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52600"/>
            <a:ext cx="5105400" cy="127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</a:t>
            </a:r>
            <a:r>
              <a:rPr>
                <a:latin typeface="Courier"/>
              </a:rPr>
              <a:t>format: pptx</a:t>
            </a:r>
            <a:r>
              <a:rPr/>
              <a:t> in YAML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##</a:t>
            </a:r>
            <a:r>
              <a:rPr/>
              <a:t> for individual slides</a:t>
            </a:r>
          </a:p>
          <a:p>
            <a:pPr lvl="0"/>
            <a:r>
              <a:rPr/>
              <a:t>Mermaid diagrams can be included directly</a:t>
            </a:r>
          </a:p>
          <a:p>
            <a:pPr lvl="0"/>
            <a:r>
              <a:rPr/>
              <a:t>Render with:</a:t>
            </a:r>
          </a:p>
          <a:p>
            <a:pPr lvl="0" indent="0">
              <a:buNone/>
            </a:pPr>
            <a:r>
              <a:rPr>
                <a:latin typeface="Courier"/>
              </a:rPr>
              <a:t>quarto render q1_ppt.qmd </a:t>
            </a:r>
            <a:r>
              <a:rPr>
                <a:solidFill>
                  <a:srgbClr val="7D9029"/>
                </a:solidFill>
                <a:latin typeface="Courier"/>
              </a:rPr>
              <a:t>--to</a:t>
            </a:r>
            <a:r>
              <a:rPr>
                <a:latin typeface="Courier"/>
              </a:rPr>
              <a:t> pptx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ustom-template" id="{FDB6050A-891D-D648-844D-AC8C83166743}" vid="{80B31C96-795C-6B4E-B1DE-FFB10BDF62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Admissions Process</dc:title>
  <dc:creator>Admissions Office</dc:creator>
  <cp:keywords/>
  <dcterms:created xsi:type="dcterms:W3CDTF">2026-09-20T14:39:01Z</dcterms:created>
  <dcterms:modified xsi:type="dcterms:W3CDTF">2026-09-20T14:39:01Z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Quarto PowerPoint Example</vt:lpwstr>
  </property>
  <property fmtid="{D5CDD505-2E9C-101B-9397-08002B2CF9AE}" pid="10" name="toc-title">
    <vt:lpwstr>Table of contents</vt:lpwstr>
  </property>
</Properties>
</file>